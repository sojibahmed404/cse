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83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9753600" cy="5486400"/>
  <p:notesSz cx="5486400" cy="97536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2" d="100"/>
          <a:sy n="142" d="100"/>
        </p:scale>
        <p:origin x="44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481893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95021E2-EA9F-4473-BC6C-CA9077F741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6026" y="812426"/>
            <a:ext cx="3861547" cy="386154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632370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26</Words>
  <Application>Microsoft Office PowerPoint</Application>
  <PresentationFormat>Custom</PresentationFormat>
  <Paragraphs>26</Paragraphs>
  <Slides>27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Desktop</cp:lastModifiedBy>
  <cp:revision>2</cp:revision>
  <dcterms:created xsi:type="dcterms:W3CDTF">2024-11-06T13:05:28Z</dcterms:created>
  <dcterms:modified xsi:type="dcterms:W3CDTF">2024-11-06T13:10:51Z</dcterms:modified>
</cp:coreProperties>
</file>